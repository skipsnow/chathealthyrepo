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9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ED01D-BAE9-4460-C5C3-8D22E87FF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7693AB-BC6C-2B8E-0938-F827807606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16840-26B8-8F15-44AD-6F52A2FCB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CA11C-DCF3-6C01-FC5C-158BE6B8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C5A3B-D7A0-5C80-A57F-D1FFD6D1A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95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63B7-0141-FED6-A10C-8F2609E5E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7458A-D712-7A96-613D-A8B9665F7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F70E4-F795-1B80-D5B4-7021D9B45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32241-3A1F-5535-8C84-DF305A57D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D472F-06AB-6E09-82C0-7A86D7C95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04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41430-0A4F-8808-984E-931891F1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68C6C-EBAF-51EC-E86B-39ADC594B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4AC48-451F-29F7-4BDE-B6B324273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5C96C-42FF-8353-DFFE-9349DEBE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4470C-EE53-5226-E13B-D33713BE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17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8B03-63D2-7233-918F-0FBAAE39E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E566E-70C4-E61E-1224-805177C40F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015BE-6205-93D6-C5E9-44CE3E6F5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97B8C-1AAD-B0FB-4146-289FBE4B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4F5B7-19E8-BFA6-EF15-0513CCDD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02B63-D00A-0F56-6517-62BF0E958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752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FC32F-A9DD-CF4F-E3FB-9B3EC132E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505CE-E0E2-6A34-CFCE-838B1E1F0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A98B3-DE60-A268-5EE0-51AF435EA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605D78-78D9-8268-F10F-5C09931D6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189E14-290A-2804-DC70-9536997269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737723-0B86-8844-A153-EBB908B6C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B75FE-2C9D-167F-9922-C5BF771A8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B1F122-A4AC-486F-9EBA-3FC6895DF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79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A4B5C-4B19-EFEF-4C68-16B3EA083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C89479-4D5E-84E4-7972-C4759BD7B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8B8BF3-D966-7D85-D085-6497FBAB8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9CBAD5-6435-EA5D-167A-540BB0CF7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90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C81F99-C990-5F0E-B26A-737C4FC48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5A483-BBD0-6E54-96A4-26628825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C22D0-71A8-3A13-EDA3-B18EED6A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546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1DA99-6C6F-18F6-FEA9-C0ADEFC68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C119B-F5D6-69DB-7A27-5119A096B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BAE60-CE34-38CF-E945-FD1817FC9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3A23A-9A86-6B9E-3AF5-3011F0DB9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34555-2332-5E64-D111-636E012D5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0DB93-373C-362A-DF70-D530C151A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6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7C0B9-2FBC-5143-EFD9-3F845908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79ECF2-90D7-2980-D7A6-DF95546599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5BAE8-14E8-AE46-99C7-342C319FA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8E497-F779-E0DB-5AB7-C65504047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B2961-ACF9-DC4E-F0D7-8E221699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869FD-FDA4-A883-2565-CF49F3FF2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4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AD0E1-465A-D407-49FB-513E87072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BE304-C41B-7ADB-3910-E634E02BB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0BA91-9447-02F7-F6E7-E581DEDCF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46037-681A-BC0C-4125-B8040C534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DF7A0-7B8C-4FAE-3AE3-946518A07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61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C05478-0C94-7D71-5A47-0D22F6173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51217-19C9-9B5B-FB5E-8F7BDD7FA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6ADF1-13BA-80CD-AB9E-AD291155A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80A6B-70B8-AB69-D5A9-F67B17989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BE977-9136-A5DE-3C9E-5B7389E2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412C35-6B0E-4433-79B9-7F27350F1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844CA-491E-D86E-4958-AA344B5C8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6E133-259D-CFB4-998D-3D3FAD510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95517-FB92-41E2-93A4-7F972A41B115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95CAF-F9CF-9B31-E890-4AE16EC42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37070-DED5-6471-2C6A-2A68DE9CB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50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97D031-2692-E9F5-2014-5E57688D8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69" y="143332"/>
            <a:ext cx="10515600" cy="932542"/>
          </a:xfrm>
        </p:spPr>
        <p:txBody>
          <a:bodyPr>
            <a:noAutofit/>
          </a:bodyPr>
          <a:lstStyle/>
          <a:p>
            <a:r>
              <a:rPr lang="en-US" sz="2800" dirty="0"/>
              <a:t>Home Page: Smart Phone web interface</a:t>
            </a:r>
            <a:br>
              <a:rPr lang="en-US" sz="2800" dirty="0"/>
            </a:br>
            <a:r>
              <a:rPr lang="en-US" sz="2800" dirty="0"/>
              <a:t>Does not apply to web interface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7A060F-96CE-B4FC-BA0B-B80F11C6B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835726" y="1309341"/>
            <a:ext cx="3112880" cy="664729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79AB037-7B2B-B5C0-260D-5F9CF6E47E3F}"/>
              </a:ext>
            </a:extLst>
          </p:cNvPr>
          <p:cNvCxnSpPr>
            <a:cxnSpLocks/>
          </p:cNvCxnSpPr>
          <p:nvPr/>
        </p:nvCxnSpPr>
        <p:spPr>
          <a:xfrm flipH="1">
            <a:off x="7117615" y="6001037"/>
            <a:ext cx="2421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5806150-E4CF-4C90-1C72-0174629CF6E4}"/>
              </a:ext>
            </a:extLst>
          </p:cNvPr>
          <p:cNvSpPr/>
          <p:nvPr/>
        </p:nvSpPr>
        <p:spPr>
          <a:xfrm>
            <a:off x="1769065" y="3175131"/>
            <a:ext cx="229749" cy="29132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56CE6F-530E-53E5-2307-AFBC2E5CBBD8}"/>
              </a:ext>
            </a:extLst>
          </p:cNvPr>
          <p:cNvSpPr/>
          <p:nvPr/>
        </p:nvSpPr>
        <p:spPr>
          <a:xfrm>
            <a:off x="9539167" y="5472616"/>
            <a:ext cx="1635812" cy="13853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tx1"/>
                </a:solidFill>
              </a:rPr>
              <a:t>Add all the links on the bottom and top to the menu. Make the </a:t>
            </a:r>
            <a:r>
              <a:rPr lang="en-US" sz="1000" b="1" dirty="0" err="1">
                <a:solidFill>
                  <a:schemeClr val="tx1"/>
                </a:solidFill>
              </a:rPr>
              <a:t>ChatHeallthy</a:t>
            </a:r>
            <a:r>
              <a:rPr lang="en-US" sz="1000" b="1" dirty="0">
                <a:solidFill>
                  <a:schemeClr val="tx1"/>
                </a:solidFill>
              </a:rPr>
              <a:t> Logo 10% bigger with the ‘</a:t>
            </a:r>
            <a:r>
              <a:rPr lang="en-US" sz="1000" b="1" dirty="0" err="1">
                <a:solidFill>
                  <a:schemeClr val="tx1"/>
                </a:solidFill>
              </a:rPr>
              <a:t>preAlpha</a:t>
            </a:r>
            <a:r>
              <a:rPr lang="en-US" sz="1000" b="1" dirty="0">
                <a:solidFill>
                  <a:schemeClr val="tx1"/>
                </a:solidFill>
              </a:rPr>
              <a:t> label</a:t>
            </a:r>
            <a:r>
              <a:rPr lang="en-US" sz="1000" b="1" dirty="0"/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80C88A-FDE7-2D00-6DAC-5B901920FCBC}"/>
              </a:ext>
            </a:extLst>
          </p:cNvPr>
          <p:cNvSpPr/>
          <p:nvPr/>
        </p:nvSpPr>
        <p:spPr>
          <a:xfrm>
            <a:off x="4347611" y="1466564"/>
            <a:ext cx="1635812" cy="13853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tx1"/>
                </a:solidFill>
              </a:rPr>
              <a:t>Move Links to menu, Keep copyright at bottom of page</a:t>
            </a:r>
            <a:endParaRPr lang="en-US" sz="1000" b="1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CA32A777-A8CC-C22E-C434-ADF2C4E32ED8}"/>
              </a:ext>
            </a:extLst>
          </p:cNvPr>
          <p:cNvCxnSpPr>
            <a:cxnSpLocks/>
            <a:stCxn id="12" idx="0"/>
            <a:endCxn id="16" idx="1"/>
          </p:cNvCxnSpPr>
          <p:nvPr/>
        </p:nvCxnSpPr>
        <p:spPr>
          <a:xfrm rot="5400000" flipH="1" flipV="1">
            <a:off x="2607838" y="1435359"/>
            <a:ext cx="1015875" cy="24636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94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02D79-F5B6-CE67-849A-461230F4D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44" y="0"/>
            <a:ext cx="10515600" cy="1325563"/>
          </a:xfrm>
        </p:spPr>
        <p:txBody>
          <a:bodyPr/>
          <a:lstStyle/>
          <a:p>
            <a:r>
              <a:rPr lang="en-US" dirty="0"/>
              <a:t>Find an individual provider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DB32E8-4AA6-0E21-6E87-CDC07E519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538" y="1579309"/>
            <a:ext cx="2668999" cy="58590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124B6B-B211-901A-BF4B-E10AFB65B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159" y="1579309"/>
            <a:ext cx="2213990" cy="494533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964E8D-406F-4528-0E3F-018AFA1C3E74}"/>
              </a:ext>
            </a:extLst>
          </p:cNvPr>
          <p:cNvCxnSpPr/>
          <p:nvPr/>
        </p:nvCxnSpPr>
        <p:spPr>
          <a:xfrm>
            <a:off x="3997628" y="2311272"/>
            <a:ext cx="0" cy="37540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44292AB-11E8-EF05-C81E-40FBF2CC10CE}"/>
              </a:ext>
            </a:extLst>
          </p:cNvPr>
          <p:cNvCxnSpPr/>
          <p:nvPr/>
        </p:nvCxnSpPr>
        <p:spPr>
          <a:xfrm>
            <a:off x="3997628" y="6028607"/>
            <a:ext cx="29315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8F4EFDE-6C68-0747-D64E-E35726BAB7E9}"/>
              </a:ext>
            </a:extLst>
          </p:cNvPr>
          <p:cNvSpPr/>
          <p:nvPr/>
        </p:nvSpPr>
        <p:spPr>
          <a:xfrm>
            <a:off x="7255464" y="4622546"/>
            <a:ext cx="2320464" cy="180582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Paint the lines in between the vertical panels and allow a user to swipe left or right to expose the panels</a:t>
            </a:r>
          </a:p>
          <a:p>
            <a:r>
              <a:rPr lang="en-US" sz="1000" dirty="0">
                <a:solidFill>
                  <a:schemeClr val="tx1"/>
                </a:solidFill>
              </a:rPr>
              <a:t>Center Panel, left panel specialty choices, Right panel if a detail has been selected detail. The idea is that a user can swipe between panels. And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6A43C27-C060-92C8-6260-7955D0E1F3F2}"/>
              </a:ext>
            </a:extLst>
          </p:cNvPr>
          <p:cNvCxnSpPr>
            <a:cxnSpLocks/>
          </p:cNvCxnSpPr>
          <p:nvPr/>
        </p:nvCxnSpPr>
        <p:spPr>
          <a:xfrm>
            <a:off x="5477210" y="2348032"/>
            <a:ext cx="1" cy="3680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B1BAF6-3A02-6C96-9009-E84075802FEA}"/>
              </a:ext>
            </a:extLst>
          </p:cNvPr>
          <p:cNvCxnSpPr>
            <a:cxnSpLocks/>
          </p:cNvCxnSpPr>
          <p:nvPr/>
        </p:nvCxnSpPr>
        <p:spPr>
          <a:xfrm>
            <a:off x="6001037" y="1994219"/>
            <a:ext cx="551397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BC286B0-D0AD-9958-F6B2-6255CC84C1E7}"/>
              </a:ext>
            </a:extLst>
          </p:cNvPr>
          <p:cNvSpPr/>
          <p:nvPr/>
        </p:nvSpPr>
        <p:spPr>
          <a:xfrm>
            <a:off x="6672668" y="1461206"/>
            <a:ext cx="3114628" cy="8868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Add links to the panels at the top of the menu: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Provider list= center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Specialty Filter is left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Provider detail is right </a:t>
            </a:r>
            <a:r>
              <a:rPr lang="en-US" sz="800" dirty="0">
                <a:solidFill>
                  <a:schemeClr val="tx1"/>
                </a:solidFill>
              </a:rPr>
              <a:t>(only visible if a detail is selected)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C7381D-628B-DCE6-7FA6-CF618987E4FF}"/>
              </a:ext>
            </a:extLst>
          </p:cNvPr>
          <p:cNvSpPr/>
          <p:nvPr/>
        </p:nvSpPr>
        <p:spPr>
          <a:xfrm>
            <a:off x="3997628" y="4994738"/>
            <a:ext cx="1419844" cy="8454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8C434C-FC20-3738-687E-F33D150123F3}"/>
              </a:ext>
            </a:extLst>
          </p:cNvPr>
          <p:cNvSpPr/>
          <p:nvPr/>
        </p:nvSpPr>
        <p:spPr>
          <a:xfrm>
            <a:off x="6672668" y="3293073"/>
            <a:ext cx="3114628" cy="5115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This is just a button that pops up this dialogue and operates on the list in real time. Thus, returning this vertical space to the list and selector. 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8C06A323-3576-7E5C-71F4-CA0621626173}"/>
              </a:ext>
            </a:extLst>
          </p:cNvPr>
          <p:cNvCxnSpPr>
            <a:cxnSpLocks/>
            <a:stCxn id="20" idx="0"/>
            <a:endCxn id="22" idx="1"/>
          </p:cNvCxnSpPr>
          <p:nvPr/>
        </p:nvCxnSpPr>
        <p:spPr>
          <a:xfrm rot="5400000" flipH="1" flipV="1">
            <a:off x="4967168" y="3289238"/>
            <a:ext cx="1445882" cy="1965118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523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E8117-AA66-2E1E-0222-27BE9B57B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handle the filter screen on the phone.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98AA96-1F3D-3F01-0011-F9379B030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66" y="1162881"/>
            <a:ext cx="2394609" cy="52127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44452EB-B6CA-C2FD-7293-6F8CC1B282DF}"/>
              </a:ext>
            </a:extLst>
          </p:cNvPr>
          <p:cNvSpPr/>
          <p:nvPr/>
        </p:nvSpPr>
        <p:spPr>
          <a:xfrm>
            <a:off x="5268412" y="4229100"/>
            <a:ext cx="3217762" cy="18402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1"/>
                </a:solidFill>
              </a:rPr>
              <a:t>The display of the filter in the web version is perfect, except that it must be in a popup. So all this rhetoric is not to be there. This box is to be as thin vertically as possible while containing a button that a human can push with their fingers. When they do the web interface with the circles a user can manipulate that change the query in real time, that is what pops up, Of course on the upper right is an X to close the popup.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2FCFA2-5349-894D-80B4-0699547AC6B5}"/>
              </a:ext>
            </a:extLst>
          </p:cNvPr>
          <p:cNvCxnSpPr>
            <a:cxnSpLocks/>
            <a:stCxn id="6" idx="1"/>
            <a:endCxn id="10" idx="3"/>
          </p:cNvCxnSpPr>
          <p:nvPr/>
        </p:nvCxnSpPr>
        <p:spPr>
          <a:xfrm flipH="1">
            <a:off x="3705828" y="5149215"/>
            <a:ext cx="1562584" cy="84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2EC6504-D7B9-4222-30E6-077513A37D0F}"/>
              </a:ext>
            </a:extLst>
          </p:cNvPr>
          <p:cNvSpPr/>
          <p:nvPr/>
        </p:nvSpPr>
        <p:spPr>
          <a:xfrm>
            <a:off x="488066" y="5036916"/>
            <a:ext cx="3217762" cy="393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95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274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Home Page: Smart Phone web interface Does not apply to web interface</vt:lpstr>
      <vt:lpstr>Find an individual provider</vt:lpstr>
      <vt:lpstr>How to handle the filter screen on the phone.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skip snow</dc:creator>
  <cp:lastModifiedBy>skip snow</cp:lastModifiedBy>
  <cp:revision>1</cp:revision>
  <dcterms:created xsi:type="dcterms:W3CDTF">2026-09-03T16:53:01Z</dcterms:created>
  <dcterms:modified xsi:type="dcterms:W3CDTF">2026-09-04T02:00:06Z</dcterms:modified>
</cp:coreProperties>
</file>